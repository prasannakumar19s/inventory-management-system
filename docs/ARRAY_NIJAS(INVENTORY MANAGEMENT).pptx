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15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E9DA-C1D8-52F4-763C-76ED52F2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A3D78-B60A-4BC5-24EA-1375254C7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EB038-59DE-4AE7-72B6-2F051355E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D1623-4AC4-C187-B437-91F3D4B33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38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9D20-D7FB-68CD-C8BA-8C923214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67247-429B-2D69-9240-6DB2CB038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0DD66-CC00-126F-9694-18127A18E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64C4-E554-7D0F-DBC9-6CDC03985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50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1AF6-30DD-48B6-8B03-3EDA0CFE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FE863-672C-4F72-190F-A92AF3328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DEFF7-0FFF-0445-9466-73171B34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D7964-2852-54B6-5642-E1755F832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31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67C4-3FB7-53EB-A6FF-8C151E4A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5F5A6-7B08-34C5-DE91-9C6CDA8D8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F3CD9-DCCB-82E8-7172-7092A82CF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F5928-C648-2A6C-AE37-48D126276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77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E4968-E437-534E-FDCB-02ABA120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C39B9-AAC9-9A3C-2897-B7D0943CE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153EB-4642-5BD8-32A2-9CE606D7A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021EC-8028-3052-66F8-BEC3BB829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27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ARRAY NINJAS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7E4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Inventory Management System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Java-Based Product Stock Control Program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6400800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606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B7E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18288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 Swathi 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21280" y="3035808"/>
            <a:ext cx="18288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1280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93920" y="3035808"/>
            <a:ext cx="18288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3920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Prasanakumar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66560" y="3035808"/>
            <a:ext cx="18288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035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Yokesh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49040" y="3840480"/>
            <a:ext cx="164592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2.0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OVERVIEW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16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Java program to manage product stock, update quantity, and display low stock alerts using arrays.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22860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286000"/>
            <a:ext cx="27432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3774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288036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Add, search, and remove products using parallel arrays to store ID, name, quantity and price.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54680" y="22860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286000"/>
            <a:ext cx="27432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3774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Stock Updates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64408" y="288036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Add, remove or set exact stock quantities with validation and instant feedback.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22860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286000"/>
            <a:ext cx="274320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3774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 Stock Alerts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90488" y="288036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alerts when stock falls at or below threshold (≤10) or reaches zero.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 STRUCTURE &amp; DATA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Arrays (Max 100 Products)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550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productIds[]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87168" y="1655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91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4048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product identifier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59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productNames[]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87168" y="2459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91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product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2095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64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quantities[]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87168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91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3557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stock count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40142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069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prices[]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87168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91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4048" y="4361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in Rupees (Rs.)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Constants &amp; Helpers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16002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655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MAX_PRODUCTS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42048" y="1655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0916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100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64608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inventory capacity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24048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459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LOW_STOCK_THRESHOLD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42048" y="2459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0916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64608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 level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54880" y="32095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264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productCount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42048" y="3264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0916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int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64608" y="3557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current product total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54880" y="40142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4069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Scanner sc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42048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0916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static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64608" y="4361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input reader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FUNCTIONS — Add &amp; Display Products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addProduct()  — Menu Option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Check if inventory is full (MAX 100)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Read product ID — validate no duplicate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Read name, quantity, and price via input helpers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Store values into parallel arrays at productCount index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Increment productCount, show success message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 Immediately call checkLowStock() on new item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displayAllProducts()  — Menu Option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Check if productCount == 0, show info message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Print formatted table header row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Loop through all products (0 to productCount)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For each: determine status label —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qty == 0  →  OUT OF STOCK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qty ≤ 10  →  LOW STOCK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otherwise →  OK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Print totals footer after loop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FUNCTIONS — Update Quantity &amp; Search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updateQuantity()  — Menu Option 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product by ID using findIndexById()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current product name and quantity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3 sub-actions: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Add stock  →  quantities[idx] += amount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Remove stock  →  check underflow first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Set exact  →  quantities[idx] = amount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non-negative input before applying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Re-run checkLowStock() after update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searchProduct()  — Menu Option 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search modes offered: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By ID — calls findIndexById(id)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By Name — case-insensitive keyword match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search finds exact match instantly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search loops all products using .contains()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Matching products displayed via printProductDetail()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Shows: ID, Name, Qty, Price, Value, Status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FUNCTIONS — Alerts &amp; Remove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showLowStockAlerts()  — Option 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 all products checking quantity levels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qty == 0  →  Prints [OUT OF STOCK] label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qty ≤ 10  →  Prints [LOW STOCK] label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alert shows: ID, Name, and current Qty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 issues: 'All products sufficiently stocked'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triggered automatically by checkLowStock() after add/update operations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removeProduct()  — Menu Option 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product index via findIndexById()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product name for confirmation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user to confirm (y/n)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confirmed — shift all elements left: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productIds[i] = productIds[i+1], etc.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Decrement productCount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cancelled — print 'Removal cancelled'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HELPER METHODS &amp; INPUT VALIDATION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findIndexById(int id)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49047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270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 through productIds[] array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array index when id matches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-1 if product not found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by: update, search, remove functions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readInt(String prompt)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49047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270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prompt and reads a line of 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Integer.parseInt() to convert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Catches NumberFormatException on invalid 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 until a valid integer is entered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14800" cy="347472"/>
          </a:xfrm>
          <a:prstGeom prst="rect">
            <a:avLst/>
          </a:prstGeom>
          <a:solidFill>
            <a:srgbClr val="038C65"/>
          </a:solidFill>
          <a:ln w="12700">
            <a:solidFill>
              <a:srgbClr val="038C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readDouble(String prompt)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41071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4728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loop pattern as readInt()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Double.parseDouble() for decimal values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exclusively for price 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Re-prompts on any non-numeric entry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14800" cy="34747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seedDemoData()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341071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44728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 7 demo products on program startup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 addProductDirect() to bypass Scanner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mixed stock levels (0, low, normal)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B43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includes: Laptops, Mouse, Monitor, etc.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 &amp; DEMO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E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Add Product with duplicate ID check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Display all products with status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Update stock (add / remove / set)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Search by ID or keyword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Low stock &amp; out-of-stock alerts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Remove product with confirmation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 Input validation (no crash on bad input)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E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PRE-LOADED DEMO PRODUCTS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931920" cy="32004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4332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4332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4332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Laptop - Dell XPS 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Wireless Mouse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 ⚠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USB-C Hub 7-in-1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Mechanical Keyboard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 ✗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27in Monitor - LG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Webcam 1080p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 ⚠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Laptop Stand - Aluminium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84632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7E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 = Low Stock   ✗ = Out of Stock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Ninjas  |  Inventory Management System v2.0  |  Java Programming Project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E5ADA-C87C-9FAA-2D9D-7EF0EB25D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EF4260-C8DD-22D3-27DF-5985A4DB8316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6B689A-119E-A309-6B01-CFE4F15DE37E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8E8DF2-8900-F9D0-6ABA-19C37BCA4CBA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C60C04-8400-A951-5417-A66343683BF0}"/>
              </a:ext>
            </a:extLst>
          </p:cNvPr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49D940E-F90B-AC53-DF52-E9D91CE34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16736"/>
            <a:ext cx="3264341" cy="3552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262DC85-FF76-94DB-5650-2118D2207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986" y="1316736"/>
            <a:ext cx="5205694" cy="339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98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81D9E-EE54-9560-CD61-09C2DB3D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D32DCA-7B2D-F282-1185-2D54E44B2D8D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2AD891-B730-FD5E-B374-9DFC56216E88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05E999-D60A-C26C-8EC8-3A43654F96A9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6B0FD1-FC9C-8BF6-A613-E8954F4899C0}"/>
              </a:ext>
            </a:extLst>
          </p:cNvPr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F349450-FAD8-E8CF-34E2-937955E4F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8919" y="1316736"/>
            <a:ext cx="2824951" cy="3398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499608-01B0-D635-F14C-53746D858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869" y="1314989"/>
            <a:ext cx="2770706" cy="3400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EF72F5-6C9C-FFF6-B7C1-886AA291F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574" y="1316736"/>
            <a:ext cx="2640507" cy="340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4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0315B-E07D-6F26-0F6E-3373A9F2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E6E7C0-A300-6AD6-CFA5-A880A394269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88D464-12FB-A1FA-7FFD-81F82C4690CC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3672EE-39BA-87DB-D34A-CF94DEEAF799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26B6A5-F837-1991-E828-1CF379AAA143}"/>
              </a:ext>
            </a:extLst>
          </p:cNvPr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56A2FA-E184-B522-6AA5-D7F74759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597" y="1316736"/>
            <a:ext cx="2789787" cy="3552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62978C-6671-0B04-6547-7AB854F3C2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63986" y="1334351"/>
            <a:ext cx="5205694" cy="335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0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158DB-7DD3-18DD-4995-3B92D25A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B673B3-717C-FB81-E5BF-360B1CCEA100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6C1911-5497-B16C-02CE-445BAB44EC00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6F40FB-5C71-F63F-FEA1-9DD5213B1DC8}"/>
              </a:ext>
            </a:extLst>
          </p:cNvPr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C73215-C7CD-1C86-640E-438B894FF84D}"/>
              </a:ext>
            </a:extLst>
          </p:cNvPr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9A6605A-E472-CB0F-236C-D98727CAF8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53606"/>
            <a:ext cx="2789787" cy="25209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36A8A4-D7FC-765B-8504-C92FF0DC21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53778" y="1334351"/>
            <a:ext cx="5026109" cy="335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4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38033-461C-3241-E71D-972A7550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A64A80B-4885-3124-FF84-47090B56309C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6D95AC-A2AE-1AEB-7D50-6C56D94C1EBD}"/>
              </a:ext>
            </a:extLst>
          </p:cNvPr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39BCE-8463-8F71-E4D6-7CE211CF3117}"/>
              </a:ext>
            </a:extLst>
          </p:cNvPr>
          <p:cNvSpPr txBox="1"/>
          <p:nvPr/>
        </p:nvSpPr>
        <p:spPr>
          <a:xfrm>
            <a:off x="2882478" y="2107358"/>
            <a:ext cx="3306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46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860</Words>
  <Application>Microsoft Office PowerPoint</Application>
  <PresentationFormat>On-screen Show (16:9)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PptxGenJS</dc:creator>
  <cp:lastModifiedBy>Prasannakumar S</cp:lastModifiedBy>
  <cp:revision>2</cp:revision>
  <dcterms:created xsi:type="dcterms:W3CDTF">2026-05-06T14:34:21Z</dcterms:created>
  <dcterms:modified xsi:type="dcterms:W3CDTF">2026-05-08T04:52:12Z</dcterms:modified>
</cp:coreProperties>
</file>